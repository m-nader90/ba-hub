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ahmdalsayyad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[COMPANY LOGO]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Presentation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Justification &amp; Recommendation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[Organization Name]  |  2026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6019800" y="6355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i="1">
                <a:solidFill>
                  <a:srgbClr val="DDE6ED"/>
                </a:solidFill>
              </a:rPr>
              <a:t>Design &amp; Prepared by </a:t>
            </a:r>
            <a:r>
              <a:rPr sz="1000" i="1" b="1" u="sng">
                <a:solidFill>
                  <a:srgbClr val="FFFFFF"/>
                </a:solidFill>
                <a:hlinkClick r:id="rId3"/>
              </a:rPr>
              <a:t>Ahmed El Sayyad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 |  [Organization]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669280" cy="109728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&amp; Recommendation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669280" cy="109728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Statement &amp; Opportunity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5669280" cy="109728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40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Options Analysis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5669280" cy="109728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20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Financial Analysis (ROI, NPV, Payback)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5669280" cy="109728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2801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Benefits Summary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5669280" cy="109728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60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Risk Assessment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3749040"/>
            <a:ext cx="5669280" cy="109728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840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Implementation Plan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5029200"/>
            <a:ext cx="5669280" cy="109728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5120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Decision Required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 |  [Organization]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7315200" cy="5394960"/>
          </a:xfrm>
          <a:prstGeom prst="rect">
            <a:avLst/>
          </a:prstGeom>
          <a:solidFill>
            <a:srgbClr val="E9EFF3"/>
          </a:solidFill>
          <a:ln w="12700">
            <a:solidFill>
              <a:srgbClr val="9DB2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Option: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371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 Name]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2057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$[Amount]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NPV: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7432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$[Amount]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(3-yr):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34290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4114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months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4800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5486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1097280"/>
            <a:ext cx="3749040" cy="2560320"/>
          </a:xfrm>
          <a:prstGeom prst="rect">
            <a:avLst/>
          </a:prstGeom>
          <a:solidFill>
            <a:srgbClr val="C6EFCE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Option [X]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046720" y="3931920"/>
            <a:ext cx="3749040" cy="256032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Rationale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0" y="4480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positive NPV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4937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90%+ ROI within 3 years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0" y="5394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implementation risk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38160" y="5852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priority alignment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Financial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 |  [Organization]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Summary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280160" cy="640080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1645920"/>
            <a:ext cx="1280160" cy="640080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645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645920"/>
            <a:ext cx="1280160" cy="640080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645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645920"/>
            <a:ext cx="1280160" cy="640080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645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233172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2331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233172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331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33172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331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1280160" cy="6400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37360" y="3017520"/>
            <a:ext cx="1280160" cy="6400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0" y="3017520"/>
            <a:ext cx="1280160" cy="6400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017520"/>
            <a:ext cx="1280160" cy="6400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017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737360" y="370332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370332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370332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389120"/>
            <a:ext cx="1280160" cy="6400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389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37360" y="4389120"/>
            <a:ext cx="1280160" cy="6400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4389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08960" y="4389120"/>
            <a:ext cx="1280160" cy="6400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4389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80560" y="4389120"/>
            <a:ext cx="1280160" cy="64008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4389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5074920"/>
            <a:ext cx="1280160" cy="640080"/>
          </a:xfrm>
          <a:prstGeom prst="rect">
            <a:avLst/>
          </a:prstGeom>
          <a:solidFill>
            <a:srgbClr val="526D82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5074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737360" y="5074920"/>
            <a:ext cx="1280160" cy="640080"/>
          </a:xfrm>
          <a:prstGeom prst="rect">
            <a:avLst/>
          </a:prstGeom>
          <a:solidFill>
            <a:srgbClr val="526D82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0" y="5074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$475K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108960" y="5074920"/>
            <a:ext cx="1280160" cy="640080"/>
          </a:xfrm>
          <a:prstGeom prst="rect">
            <a:avLst/>
          </a:prstGeom>
          <a:solidFill>
            <a:srgbClr val="526D82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5074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480560" y="5074920"/>
            <a:ext cx="1280160" cy="640080"/>
          </a:xfrm>
          <a:prstGeom prst="rect">
            <a:avLst/>
          </a:prstGeom>
          <a:solidFill>
            <a:srgbClr val="526D82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0" y="5074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$65K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00800" y="1097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Summary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400800" y="1645920"/>
            <a:ext cx="1188720" cy="640080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680960" y="1645920"/>
            <a:ext cx="1188720" cy="640080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8096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961120" y="1645920"/>
            <a:ext cx="1188720" cy="640080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6112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241280" y="1645920"/>
            <a:ext cx="1188720" cy="640080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4128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0" y="2331720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680960" y="2331720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961120" y="2331720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6112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241280" y="2331720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241280" y="2331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400800" y="3017520"/>
            <a:ext cx="1188720" cy="64008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3017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Gain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680960" y="3017520"/>
            <a:ext cx="1188720" cy="64008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80960" y="3017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961120" y="3017520"/>
            <a:ext cx="1188720" cy="64008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61120" y="3017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0241280" y="3017520"/>
            <a:ext cx="1188720" cy="64008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241280" y="3017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400800" y="3703320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0" y="3703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Avoid.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680960" y="3703320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80960" y="3703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961120" y="3703320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961120" y="3703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10241280" y="3703320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241280" y="37033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400800" y="4389120"/>
            <a:ext cx="1188720" cy="64008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00800" y="4389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680960" y="4389120"/>
            <a:ext cx="1188720" cy="64008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80960" y="4389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$80K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961120" y="4389120"/>
            <a:ext cx="1188720" cy="64008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961120" y="4389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10241280" y="4389120"/>
            <a:ext cx="1188720" cy="640080"/>
          </a:xfrm>
          <a:prstGeom prst="rect">
            <a:avLst/>
          </a:prstGeom>
          <a:solidFill>
            <a:srgbClr val="E2EFDA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241280" y="4389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400800" y="5074920"/>
            <a:ext cx="1188720" cy="640080"/>
          </a:xfrm>
          <a:prstGeom prst="rect">
            <a:avLst/>
          </a:prstGeom>
          <a:solidFill>
            <a:srgbClr val="70AD47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0" y="5074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7680960" y="5074920"/>
            <a:ext cx="1188720" cy="640080"/>
          </a:xfrm>
          <a:prstGeom prst="rect">
            <a:avLst/>
          </a:prstGeom>
          <a:solidFill>
            <a:srgbClr val="70AD47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80960" y="5074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$380K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8961120" y="5074920"/>
            <a:ext cx="1188720" cy="640080"/>
          </a:xfrm>
          <a:prstGeom prst="rect">
            <a:avLst/>
          </a:prstGeom>
          <a:solidFill>
            <a:srgbClr val="70AD47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961120" y="5074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0241280" y="5074920"/>
            <a:ext cx="1188720" cy="640080"/>
          </a:xfrm>
          <a:prstGeom prst="rect">
            <a:avLst/>
          </a:prstGeom>
          <a:solidFill>
            <a:srgbClr val="70AD47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241280" y="5074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$620K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 |  [Organization]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30000" cy="1371600"/>
          </a:xfrm>
          <a:prstGeom prst="rect">
            <a:avLst/>
          </a:prstGeom>
          <a:solidFill>
            <a:srgbClr val="FFFDE7"/>
          </a:solidFill>
          <a:ln w="25400">
            <a:solidFill>
              <a:srgbClr val="FFC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Required: Approve investment of $[Amount] to proceed with [Initiative Name]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11430000" cy="1143000"/>
          </a:xfrm>
          <a:prstGeom prst="rect">
            <a:avLst/>
          </a:prstGeom>
          <a:solidFill>
            <a:srgbClr val="E9EFF3"/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51760"/>
            <a:ext cx="2286000" cy="11430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APPROVE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immediately with full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High ROI; strategic priority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3246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Some implementation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11430000" cy="1143000"/>
          </a:xfrm>
          <a:prstGeom prst="rect">
            <a:avLst/>
          </a:prstGeom>
          <a:solidFill>
            <a:srgbClr val="E9EFF3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931920"/>
            <a:ext cx="2286000" cy="1143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APPROVE (Phased)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977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with Phase 1 only ($[X])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4526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Lower risk; faster time to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4526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Delayed full benefit realization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212080"/>
            <a:ext cx="11430000" cy="1143000"/>
          </a:xfrm>
          <a:prstGeom prst="rect">
            <a:avLst/>
          </a:prstGeom>
          <a:solidFill>
            <a:srgbClr val="E9EFF3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5212080"/>
            <a:ext cx="2286000" cy="11430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21208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DEFER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5257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in Q3 2025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34640" y="5806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Allows further planning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5806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Misses market window; ongoing pain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7374D"/>
      </a:dk2>
      <a:lt2>
        <a:srgbClr val="DDE6ED"/>
      </a:lt2>
      <a:accent1>
        <a:srgbClr val="526D8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2026-06-12T23:44:42Z</dcterms:created>
  <dcterms:modified xsi:type="dcterms:W3CDTF">2026-06-12T23:44:42Z</dcterms:modified>
</cp:coreProperties>
</file>