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ahmdalsayyad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DD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6ED"/>
                </a:solidFill>
              </a:rPr>
              <a:t>[COMPANY LOGO]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 Review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Sign-Off Presentation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[Business Analyst]  |  Date: June 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[Organization Name]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6019800" y="63550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i="1">
                <a:solidFill>
                  <a:srgbClr val="DDE6ED"/>
                </a:solidFill>
              </a:rPr>
              <a:t>Design &amp; Prepared by </a:t>
            </a:r>
            <a:r>
              <a:rPr sz="1000" i="1" b="1" u="sng">
                <a:solidFill>
                  <a:srgbClr val="FFFFFF"/>
                </a:solidFill>
                <a:hlinkClick r:id="rId3"/>
              </a:rPr>
              <a:t>Ahmed El Sayyad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100584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Overview &amp; Context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00" cy="100584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14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Business Objectives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486400" cy="100584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Scope (In &amp; Out)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5486400" cy="100584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92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Key Requirements Summary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1280160"/>
            <a:ext cx="5486400" cy="100584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325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Assumptions &amp; Constraints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2468880"/>
            <a:ext cx="5486400" cy="100584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5146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Open Issues &amp; Risks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3657600"/>
            <a:ext cx="5486400" cy="100584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703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Decisions Required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4846320"/>
            <a:ext cx="5486400" cy="100584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892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303520" cy="5394960"/>
          </a:xfrm>
          <a:prstGeom prst="rect">
            <a:avLst/>
          </a:prstGeom>
          <a:solidFill>
            <a:srgbClr val="E9EFF3"/>
          </a:solidFill>
          <a:ln w="12700">
            <a:solidFill>
              <a:srgbClr val="9DB2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Information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783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[Project Name]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5120640" cy="640080"/>
          </a:xfrm>
          <a:prstGeom prst="rect">
            <a:avLst/>
          </a:prstGeom>
          <a:solidFill>
            <a:srgbClr val="DDE6E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14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Sponsor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514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[Sponsor Name]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246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[Owner Name]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5120640" cy="640080"/>
          </a:xfrm>
          <a:prstGeom prst="rect">
            <a:avLst/>
          </a:prstGeom>
          <a:solidFill>
            <a:srgbClr val="DDE6E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BA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977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 Name]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Go-Live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4709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440680"/>
            <a:ext cx="5120640" cy="640080"/>
          </a:xfrm>
          <a:prstGeom prst="rect">
            <a:avLst/>
          </a:prstGeom>
          <a:solidFill>
            <a:srgbClr val="DDE6E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40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5440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$[Amount]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1097280"/>
            <a:ext cx="5852160" cy="5394960"/>
          </a:xfrm>
          <a:prstGeom prst="rect">
            <a:avLst/>
          </a:prstGeom>
          <a:solidFill>
            <a:srgbClr val="DDE6ED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35040" y="182880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[Describe the business problem or opportunity this project addresses. Be specific about the impact and urgency.]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38404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35040" y="438912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[Strategic Objective 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[Strategic Objective 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[Strategic Objective 3]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Business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526D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5486400" cy="5029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BO-01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Objective 1]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[KPI]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[Target]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of objective and why it matters to the business]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188720"/>
            <a:ext cx="548640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188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BO-02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1188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Objective 2]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[KPI]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286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[Target]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743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of objective and why it matters to the business]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37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49040"/>
            <a:ext cx="54864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BO-03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749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Objective 3]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[KPI]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[Target]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3035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of objective and why it matters to the business]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749040"/>
            <a:ext cx="54864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063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749040"/>
            <a:ext cx="5486400" cy="502920"/>
          </a:xfrm>
          <a:prstGeom prst="rect">
            <a:avLst/>
          </a:prstGeom>
          <a:solidFill>
            <a:srgbClr val="8063BF"/>
          </a:solidFill>
          <a:ln w="12700">
            <a:solidFill>
              <a:srgbClr val="8063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BO-04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3749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[Business Objective 4]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389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[KPI]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4846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6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[Target]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53035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of objective and why it matters to the business]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E2EFDA"/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5486400" cy="5486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 / Process 1]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 / Process 2]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 / Process 3]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[System / Integration 1]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[System / Integration 2]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5486400" cy="5394960"/>
          </a:xfrm>
          <a:prstGeom prst="rect">
            <a:avLst/>
          </a:prstGeom>
          <a:solidFill>
            <a:srgbClr val="FFF2F2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097280"/>
            <a:ext cx="5486400" cy="5486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97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OUT OF SCOPE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[Excluded item 1]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6517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[Excluded item 2]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474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[Excluded item 3]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2976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[Excluded system]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Requirements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2004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13716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188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Req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188720"/>
            <a:ext cx="13716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109728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88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188720"/>
            <a:ext cx="1828800" cy="50292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1828800"/>
            <a:ext cx="32004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66160" y="1828800"/>
            <a:ext cx="13716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1828800"/>
            <a:ext cx="13716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109728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06640" y="1828800"/>
            <a:ext cx="18288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651760"/>
            <a:ext cx="32004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Analytics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66160" y="2651760"/>
            <a:ext cx="1371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2651760"/>
            <a:ext cx="1371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2651760"/>
            <a:ext cx="1097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6517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06640" y="2651760"/>
            <a:ext cx="1828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2651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474720"/>
            <a:ext cx="32004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474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566160" y="3474720"/>
            <a:ext cx="13716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37760" y="3474720"/>
            <a:ext cx="13716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474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309360" y="3474720"/>
            <a:ext cx="109728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4747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06640" y="3474720"/>
            <a:ext cx="18288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3474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65760" y="4297680"/>
            <a:ext cx="32004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566160" y="4297680"/>
            <a:ext cx="1371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4297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937760" y="4297680"/>
            <a:ext cx="1371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297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309360" y="4297680"/>
            <a:ext cx="10972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4297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406640" y="4297680"/>
            <a:ext cx="1828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0" y="4297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Have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65760" y="5120640"/>
            <a:ext cx="32004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Config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566160" y="5120640"/>
            <a:ext cx="13716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5120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937760" y="5120640"/>
            <a:ext cx="13716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5120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309360" y="5120640"/>
            <a:ext cx="109728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5120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406640" y="5120640"/>
            <a:ext cx="18288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6640" y="5120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Have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65760" y="5943600"/>
            <a:ext cx="8869680" cy="54864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5943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566160" y="5943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937760" y="5943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309360" y="5943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Decisions Required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1430000" cy="1554480"/>
          </a:xfrm>
          <a:prstGeom prst="rect">
            <a:avLst/>
          </a:prstGeom>
          <a:solidFill>
            <a:srgbClr val="FFFDE7"/>
          </a:solidFill>
          <a:ln w="19050">
            <a:solidFill>
              <a:srgbClr val="FFC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234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project scope is complete and approved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[Sponsor]  |  Deadline: [Date]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delayed: Delays requirements baseline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1430000" cy="1554480"/>
          </a:xfrm>
          <a:prstGeom prst="rect">
            <a:avLst/>
          </a:prstGeom>
          <a:solidFill>
            <a:srgbClr val="FFFDE7"/>
          </a:solidFill>
          <a:ln w="19050">
            <a:solidFill>
              <a:srgbClr val="FFC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640080" cy="64008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go/no-go for solution design phase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[Steering Committee]  |  Deadline: [Date]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delayed: Blocks design activities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11430000" cy="1554480"/>
          </a:xfrm>
          <a:prstGeom prst="rect">
            <a:avLst/>
          </a:prstGeom>
          <a:solidFill>
            <a:srgbClr val="FFFDE7"/>
          </a:solidFill>
          <a:ln w="19050">
            <a:solidFill>
              <a:srgbClr val="FFC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983480"/>
            <a:ext cx="640080" cy="64008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709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budget allocation for implementation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[CFO]  |  Deadline: [Date]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669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if delayed: Vendor selection blocked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374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526D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[Confidential] | [Organization Name]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[X]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 (This Week)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64008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7280" y="1828800"/>
            <a:ext cx="8229600" cy="731520"/>
          </a:xfrm>
          <a:prstGeom prst="rect">
            <a:avLst/>
          </a:prstGeom>
          <a:solidFill>
            <a:srgbClr val="DDE6E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828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requirements sign-off from all stakeholders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1832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64008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43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2743200"/>
            <a:ext cx="82296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approved BRD to all project team members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64008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576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97280" y="3657600"/>
            <a:ext cx="8229600" cy="731520"/>
          </a:xfrm>
          <a:prstGeom prst="rect">
            <a:avLst/>
          </a:prstGeom>
          <a:solidFill>
            <a:srgbClr val="DDE6E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657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solution design kickoff workshop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[PM]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64008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720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97280" y="4572000"/>
            <a:ext cx="8229600" cy="731520"/>
          </a:xfrm>
          <a:prstGeom prst="rect">
            <a:avLst/>
          </a:prstGeom>
          <a:solidFill>
            <a:srgbClr val="E9EFF3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572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vendor evaluation process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1832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[IT Lead]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18320" y="4937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486400"/>
            <a:ext cx="640080" cy="73152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5486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97280" y="5486400"/>
            <a:ext cx="8229600" cy="731520"/>
          </a:xfrm>
          <a:prstGeom prst="rect">
            <a:avLst/>
          </a:prstGeom>
          <a:solidFill>
            <a:srgbClr val="DDE6ED"/>
          </a:solidFill>
          <a:ln w="6350">
            <a:solidFill>
              <a:srgbClr val="9DB2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5486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requirements traceability matrix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18320" y="5486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[BA]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418320" y="5852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7374D"/>
      </a:dk2>
      <a:lt2>
        <a:srgbClr val="DDE6ED"/>
      </a:lt2>
      <a:accent1>
        <a:srgbClr val="526D8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2026-06-12T18:42:44Z</dcterms:created>
  <dcterms:modified xsi:type="dcterms:W3CDTF">2026-06-12T18:42:44Z</dcterms:modified>
</cp:coreProperties>
</file>