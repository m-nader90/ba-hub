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6ED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Workshop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Elicitation &amp; Product Discovery Facilitation Guide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[Business Analyst]  |  Date: June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029200" cy="5303520"/>
          </a:xfrm>
          <a:prstGeom prst="rect">
            <a:avLst/>
          </a:prstGeom>
          <a:solidFill>
            <a:srgbClr val="E9EFF3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Title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[Workshop Title]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| [Time]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/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[Room / Teams / Zoom]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 Name]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hours]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[List of attendees]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97280"/>
            <a:ext cx="6035040" cy="530352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188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Objectives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0" y="182880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7373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on business problem and opportunity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269748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606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prioritize key user needs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356616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4747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high-level requirements and constraints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52160" y="443484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3434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 boundaries (in/out)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0" y="5303520"/>
            <a:ext cx="274320" cy="2743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5212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on next steps and ownership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914400" cy="4572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097280"/>
            <a:ext cx="1188720" cy="4572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6583680" cy="4572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97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0" y="1097280"/>
            <a:ext cx="2468880" cy="4572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91440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1600200"/>
            <a:ext cx="118872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1600200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1600200"/>
            <a:ext cx="658368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600200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Introductions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0" y="1600200"/>
            <a:ext cx="2468880" cy="576072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600200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221992"/>
            <a:ext cx="914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221992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0" y="2221992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2221992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2221992"/>
            <a:ext cx="6583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2221992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Setting: Problem Statement &amp; Background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26880" y="2221992"/>
            <a:ext cx="2468880" cy="576072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2221992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843784"/>
            <a:ext cx="91440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43784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71600" y="2843784"/>
            <a:ext cx="118872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2843784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51760" y="2843784"/>
            <a:ext cx="658368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2843784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Walk-through &amp; Pain Points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326880" y="2843784"/>
            <a:ext cx="2468880" cy="576072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0" y="2843784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Exercise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465576"/>
            <a:ext cx="91440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465576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71600" y="3465576"/>
            <a:ext cx="118872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3465576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51760" y="3465576"/>
            <a:ext cx="658368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465576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326880" y="3465576"/>
            <a:ext cx="2468880" cy="576072"/>
          </a:xfrm>
          <a:prstGeom prst="rect">
            <a:avLst/>
          </a:prstGeom>
          <a:solidFill>
            <a:srgbClr val="A2F2F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0" y="3465576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087368"/>
            <a:ext cx="91440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87368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371600" y="4087368"/>
            <a:ext cx="118872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0" y="4087368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651760" y="4087368"/>
            <a:ext cx="658368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4087368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Visioning &amp; Requirements Brainstorm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326880" y="4087368"/>
            <a:ext cx="2468880" cy="576072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0" y="4087368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Facilitated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4709160"/>
            <a:ext cx="914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09160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371600" y="4709160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71600" y="4709160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651760" y="4709160"/>
            <a:ext cx="6583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51760" y="4709160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Exercise (MoSCoW)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326880" y="4709160"/>
            <a:ext cx="2468880" cy="576072"/>
          </a:xfrm>
          <a:prstGeom prst="rect">
            <a:avLst/>
          </a:prstGeom>
          <a:solidFill>
            <a:srgbClr val="70AD47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26880" y="4709160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Exercise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5330952"/>
            <a:ext cx="91440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5330952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371600" y="5330952"/>
            <a:ext cx="118872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371600" y="5330952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651760" y="5330952"/>
            <a:ext cx="6583680" cy="576072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51760" y="5330952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Issues, Risks, Assumptions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326880" y="5330952"/>
            <a:ext cx="2468880" cy="576072"/>
          </a:xfrm>
          <a:prstGeom prst="rect">
            <a:avLst/>
          </a:prstGeom>
          <a:solidFill>
            <a:srgbClr val="27374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26880" y="5330952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65760" y="5952744"/>
            <a:ext cx="914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5952744"/>
            <a:ext cx="914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371600" y="5952744"/>
            <a:ext cx="1188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71600" y="5952744"/>
            <a:ext cx="1188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651760" y="5952744"/>
            <a:ext cx="6583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51760" y="5952744"/>
            <a:ext cx="65836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Steps, Actions &amp; Close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326880" y="5952744"/>
            <a:ext cx="2468880" cy="576072"/>
          </a:xfrm>
          <a:prstGeom prst="rect">
            <a:avLst/>
          </a:prstGeom>
          <a:solidFill>
            <a:srgbClr val="526D82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26880" y="5952744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Current State Mapping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Instructions: In small groups, identify pain points in the current state. Use sticky notes (physical or virtual) to document each pain point on the template below.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/ 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486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828800"/>
            <a:ext cx="27432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242316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43484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544068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5486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27432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/ Tools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242316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43484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544068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486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0" y="1828800"/>
            <a:ext cx="27432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Information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235440" y="242316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2468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235440" y="342900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35440" y="443484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81160" y="4480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35440" y="5440680"/>
            <a:ext cx="2560320" cy="8686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0" y="54864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[Pain point]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Future State Vision &amp;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[X months/years], [our users] will be able to [key capability], resulting in [business outcome]."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 a group: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12 months, our customers will be able to _____________, resulting in _____________."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5760720" cy="530352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88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Brainstorm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7373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"As a [user], I want [feature] so that [benefit]" format: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4231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[As a... I want... so that...]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15468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2004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[As a... I want... so that...]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93192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9776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[As a... I want... so that...]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70916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7548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[As a... I want... so that...]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5486400"/>
            <a:ext cx="5577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26D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55321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[As a... I want... so that...]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Actions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1097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0" y="10972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10972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11430000" cy="59436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6459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16459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0" y="16459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16459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04288"/>
            <a:ext cx="1143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30428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30428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0" y="230428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230428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62656"/>
            <a:ext cx="11430000" cy="59436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626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96265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296265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296265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0" y="2962656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621024"/>
            <a:ext cx="1143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2102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3621024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62102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362102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0" y="3621024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11430000" cy="59436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793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" y="427939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427939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0" y="42793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0" y="427939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937760"/>
            <a:ext cx="11430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937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97280" y="49377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72400" y="49377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0" y="4937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972800" y="49377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5596128"/>
            <a:ext cx="11430000" cy="59436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59612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97280" y="55961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from workshop]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772400" y="559612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[Owner]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601200" y="559612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0" y="559612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2026-06-12T18:42:44Z</dcterms:created>
  <dcterms:modified xsi:type="dcterms:W3CDTF">2026-06-12T18:42:44Z</dcterms:modified>
</cp:coreProperties>
</file>