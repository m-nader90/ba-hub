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ahmdalsayya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[COMPANY LOGO]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Operating Model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State Design &amp; Transformation Blueprint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  |  2026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019800" y="6355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i="1">
                <a:solidFill>
                  <a:srgbClr val="DDE6ED"/>
                </a:solidFill>
              </a:rPr>
              <a:t>Design &amp; Prepared by </a:t>
            </a:r>
            <a:r>
              <a:rPr sz="1000" i="1" b="1" u="sng">
                <a:solidFill>
                  <a:srgbClr val="FFFFFF"/>
                </a:solidFill>
                <a:hlinkClick r:id="rId3"/>
              </a:rPr>
              <a:t>Ahmed El Sayyad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 Future State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 |  [Organization]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943600" cy="5394960"/>
          </a:xfrm>
          <a:prstGeom prst="rect">
            <a:avLst/>
          </a:prstGeom>
          <a:solidFill>
            <a:srgbClr val="FFE5E5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5943600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(As-Is)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1097280"/>
            <a:ext cx="5943600" cy="5394960"/>
          </a:xfrm>
          <a:prstGeom prst="rect">
            <a:avLst/>
          </a:prstGeom>
          <a:solidFill>
            <a:srgbClr val="E2EFDA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097280"/>
            <a:ext cx="5943600" cy="5486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State (To-Be)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Manual, paper-based processes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Legacy systems; no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Monthly batch reporting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Phone/email only interactions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Ad-hoc governance; informal controls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1828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Automated end-to-end workflows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Integrated modern platform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Real-time dashboards &amp; 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572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Omnichannel digital engagement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5486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Formal governance; embedded controls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Operating Model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 |  [Organization]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Governance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188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Strategy, KPIs, Risk Management, Compliance Framework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1430000" cy="914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194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Engagement, Self-Service Portal, CRM, Customer Journey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11430000" cy="9144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 Processes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200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Workflows, Approval Chains, Exception Management, Audit Trail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11430000" cy="91440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Platform, APIs, Data Warehouse, Analytics, Security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5212080"/>
            <a:ext cx="11430000" cy="9144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Organization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5212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Structure, Skills, Training, Culture, Change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 |  [Organization]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1247120" cy="0"/>
          </a:xfrm>
          <a:prstGeom prst="line">
            <a:avLst/>
          </a:prstGeom>
          <a:noFill/>
          <a:ln w="38100">
            <a:solidFill>
              <a:srgbClr val="526D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566160" cy="146304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2560320"/>
            <a:ext cx="365760" cy="365760"/>
          </a:xfrm>
          <a:prstGeom prst="ellipse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20040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platform selection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migration planning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75488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800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documentation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53212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577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wins implementation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1097280"/>
            <a:ext cx="3566160" cy="14630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Digitize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2560320"/>
            <a:ext cx="365760" cy="3657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1960" y="320040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Workflow automation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397764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integration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51960" y="475488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4800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 launch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51960" y="553212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5577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rollout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55280" y="1097280"/>
            <a:ext cx="3566160" cy="146304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Optimize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552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55480" y="2560320"/>
            <a:ext cx="365760" cy="365760"/>
          </a:xfrm>
          <a:prstGeom prst="ellipse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01000" y="320040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 deployment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01000" y="397764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AI/ML capabilities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01000" y="475488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4800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improvement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01000" y="5532120"/>
            <a:ext cx="3474720" cy="71323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5577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Benefits realization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7374D"/>
      </a:dk2>
      <a:lt2>
        <a:srgbClr val="DDE6ED"/>
      </a:lt2>
      <a:accent1>
        <a:srgbClr val="526D8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2026-06-12T23:44:42Z</dcterms:created>
  <dcterms:modified xsi:type="dcterms:W3CDTF">2026-06-12T23:44:42Z</dcterms:modified>
</cp:coreProperties>
</file>